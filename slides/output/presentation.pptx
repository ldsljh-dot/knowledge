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7315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Rule-Skill-Feedback 아키텍처 심층 분석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27432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PPT Generation Pipeline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아키텍처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Rule-Skill-Feedback 개요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121408"/>
            <a:ext cx="6858000" cy="9144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331720"/>
            <a:ext cx="502920" cy="50292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500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Rules: 절대 규칙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79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제약 · 톤 앤 매너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990088"/>
            <a:ext cx="6858000" cy="9144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Feedback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547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변환 엔진 · 검증 루프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315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Rule-Skill-Feedback 프레임워크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0" y="4206240"/>
            <a:ext cx="146304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하네스란 무엇인가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자의성 통제 가드레일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84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비계(Scaffold)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RSF 순환 구조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0" y="109728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0230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029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9EB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240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8986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8ECAE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8056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출력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직렬 파이프라인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추출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61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slide_outline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95144" y="18288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219EBC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제목+불릿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76148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219E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761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enhanced_outline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98264" y="18288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8ECAE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 기획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76148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61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outline_w/_visuals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01384" y="18288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7512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시각+원고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276148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761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complete_slides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추출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34747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Copywriting: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290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제목+불릿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34747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Vis+Script: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시각+원고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74320"/>
            <a:ext cx="54864" cy="16459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274320"/>
            <a:ext cx="54864" cy="16459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74320"/>
            <a:ext cx="54864" cy="16459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274320"/>
            <a:ext cx="54864" cy="16459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74320"/>
            <a:ext cx="54864" cy="16459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7315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벗어날 수 없는 가드레일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4206240"/>
            <a:ext cx="146304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제약의 미학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불릿 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20자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불릿 길이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30자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 길이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 / 실패 예시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"AI 통제의 구조적 비계" (13자)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52044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"인공지능은 인간의 지능을 모방하는 시스템" (55자)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톤 앤 매너 규칙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전문적 친근 구어체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4356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professional_conversational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~습니다 종결어미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종결 규칙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 용어 괄호 비유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9900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jargon_handling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143000"/>
            <a:ext cx="4114800" cy="411480"/>
          </a:xfrm>
          <a:prstGeom prst="rect">
            <a:avLst>
              <a:gd name="adj" fmla="val 22222"/>
            </a:avLst>
          </a:prstGeom>
          <a:solidFill>
            <a:srgbClr val="02304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적용 예시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"LLM(대규모 언어 모델,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언어 패턴 학습)은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이해에 강합니다."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괄호 내 비유 추가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1097280" cy="109728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097280"/>
            <a:ext cx="731520" cy="731520"/>
          </a:xfrm>
          <a:prstGeom prst="oval">
            <a:avLst/>
          </a:prstGeom>
          <a:solidFill>
            <a:srgbClr val="219EBC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7315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변환 4단계 엔진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4206240"/>
            <a:ext cx="146304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+ Copywriting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28016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10312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219EB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1031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29260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8ECAE6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2926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 점검 루프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불릿 작성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1671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2860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219EB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글자 수 카운트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76148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88036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8ECAE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초과 시 축약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3558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34747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3회 내 제한 준수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+ Scripting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Graph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1430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19EBC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  Diagram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Image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8745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19EBC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874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Icon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B70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6060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19EBC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606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Infographic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스크립트 구조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645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23560" y="164592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645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"먼저 이 슬라이드에서는~"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219EB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24688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"(불릿 1) ...입니다."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8ECAE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291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23560" y="329184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291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슬라이드에서는~"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불릿 수 → 레이아웃: 1개=인포그래픽  |  2개=분할  |  3개=3칸 카드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"/>
            <a:ext cx="1371600" cy="137160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7360920" y="502920"/>
            <a:ext cx="914400" cy="914400"/>
          </a:xfrm>
          <a:prstGeom prst="oval">
            <a:avLst/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7315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 검증과 재작성 루프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4206240"/>
            <a:ext cx="146304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+ PPTX 생성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길이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불릿 수/길이, 제목 길이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논리적 흐름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간 연결성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B70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검사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2-gram Jaccard ≥ 0.4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포맷 적합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필드 포함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컴파일 흐름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16916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219EB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slide-01.js ~ slide-14.js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2128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3774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B70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compile.js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8986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632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02304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3063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presentation.pptx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8EC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재작성 루프: 위반 시 해당 슬라이드만 수정 → 최대 3회 시도 → 통과 시 Phase 6 진행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핵심 요약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73152" cy="822960"/>
          </a:xfrm>
          <a:prstGeom prst="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제약과 가드레일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1325880"/>
            <a:ext cx="457200" cy="457200"/>
          </a:xfrm>
          <a:prstGeom prst="oval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19E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48840"/>
            <a:ext cx="73152" cy="822960"/>
          </a:xfrm>
          <a:prstGeom prst="rect">
            <a:avLst>
              <a:gd name="adj" fmla="val 50000"/>
            </a:avLst>
          </a:prstGeom>
          <a:solidFill>
            <a:srgbClr val="219EB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0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변환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2331720"/>
            <a:ext cx="457200" cy="457200"/>
          </a:xfrm>
          <a:prstGeom prst="oval">
            <a:avLst/>
          </a:prstGeom>
          <a:solidFill>
            <a:srgbClr val="219EBC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ECA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54680"/>
            <a:ext cx="73152" cy="822960"/>
          </a:xfrm>
          <a:prstGeom prst="rect">
            <a:avLst>
              <a:gd name="adj" fmla="val 50000"/>
            </a:avLst>
          </a:prstGeom>
          <a:solidFill>
            <a:srgbClr val="8ECAE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검증과 개선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55280" y="3337560"/>
            <a:ext cx="457200" cy="457200"/>
          </a:xfrm>
          <a:prstGeom prst="oval">
            <a:avLst/>
          </a:prstGeom>
          <a:solidFill>
            <a:srgbClr val="8ECAE6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자의성을 구조로 통제한다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</dc:title>
  <dc:subject>PptxGenJS Presentation</dc:subject>
  <dc:creator>PPT Harness</dc:creator>
  <cp:lastModifiedBy>PPT Harness</cp:lastModifiedBy>
  <cp:revision>1</cp:revision>
  <dcterms:created xsi:type="dcterms:W3CDTF">2026-04-13T12:02:28Z</dcterms:created>
  <dcterms:modified xsi:type="dcterms:W3CDTF">2026-04-13T12:02:28Z</dcterms:modified>
</cp:coreProperties>
</file>